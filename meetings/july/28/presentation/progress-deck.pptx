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F63232-1B2B-4B6B-BF56-BB8453D90C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2EBF4A4-E30D-4D70-8632-736DD4B918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D8AA92-B8D1-4F7C-BF2F-DE20766110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B1956E-50C4-4ABD-98CD-888818AB32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C3698E-2761-4B03-9FDD-8BA84B5ABFB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6DDA4A-9165-4CCE-B044-A046A285FA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260A3A-1316-4758-98FE-4896C872DE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BA8490-449C-40D4-8B17-67CA745205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D711DA-474F-4DBB-B55E-F2D55C54C8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9B1CBE-BBCA-4133-8FC2-4FEA771BFC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D7468D-11CB-4448-BC1B-49380BB1FE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822960" y="1828800"/>
            <a:ext cx="105152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3000" b="1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Learning Emerging Behaviors of Dynamic Multi-Agent Systems using Graph Neural Networks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Progress: Food foraging and a truly infinite world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822960" y="4572000"/>
            <a:ext cx="10515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200" b="1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Mustafa Nazeer and Joel Pampam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b2b2be"/>
                </a:solidFill>
                <a:effectLst/>
                <a:uFillTx/>
                <a:latin typeface="Calibri"/>
              </a:rPr>
              <a:t>Mentor: Dr. Diego Patino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b2b2be"/>
                </a:solidFill>
                <a:effectLst/>
                <a:uFillTx/>
                <a:latin typeface="Calibri"/>
              </a:rPr>
              <a:t>August 6, 2026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640080" y="41148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What you asked us for on July 28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685800" y="1554480"/>
            <a:ext cx="10972440" cy="12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A new behavioral simulation that is neither leader follower or predator prey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A truly infinite world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Keep learning about Graph Neural Networks, and look for a relevant real dataset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640080" y="41148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Food foraging, the third behavior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685800" y="1554480"/>
            <a:ext cx="6400440" cy="23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A few food sources sit in the world, and every boid steers toward the nearest one it can sense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Eating drains a source a little each step, an exhausted source disappears and a fresh one appears at a seeded random spot, so the flock re targets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Separation, alignment, and cohesion stay active for every agent, which was your condition for all the new behaviors.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" name="Picture 3" descr="snapshot_foraging.png"/>
          <p:cNvPicPr/>
          <p:nvPr/>
        </p:nvPicPr>
        <p:blipFill>
          <a:blip r:embed="rId1"/>
          <a:stretch/>
        </p:blipFill>
        <p:spPr>
          <a:xfrm>
            <a:off x="7452360" y="1600200"/>
            <a:ext cx="406872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Box 4"/>
          <p:cNvSpPr/>
          <p:nvPr/>
        </p:nvSpPr>
        <p:spPr>
          <a:xfrm>
            <a:off x="7452360" y="5806440"/>
            <a:ext cx="4068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b2b2be"/>
                </a:solidFill>
                <a:effectLst/>
                <a:uFillTx/>
                <a:latin typeface="Calibri"/>
              </a:rPr>
              <a:t>Green circles are food sources. They shrink as the flock eats them.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640080" y="41148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A truly infinite world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685800" y="1554480"/>
            <a:ext cx="6400440" cy="20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The world now has a third mode with no edges at all, positions are unbounded and nothing ever bounces or wraps.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The camera follows the flock so the animation stays readable while the flock travels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Food respawns near the flock rather than back at the origin, so foraging keeps working however far the flock roams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3" descr="snapshot_infinite.png"/>
          <p:cNvPicPr/>
          <p:nvPr/>
        </p:nvPicPr>
        <p:blipFill>
          <a:blip r:embed="rId1"/>
          <a:stretch/>
        </p:blipFill>
        <p:spPr>
          <a:xfrm>
            <a:off x="7452360" y="1600200"/>
            <a:ext cx="406872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Box 4"/>
          <p:cNvSpPr/>
          <p:nvPr/>
        </p:nvSpPr>
        <p:spPr>
          <a:xfrm>
            <a:off x="7452360" y="5806440"/>
            <a:ext cx="4068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b2b2be"/>
                </a:solidFill>
                <a:effectLst/>
                <a:uFillTx/>
                <a:latin typeface="Calibri"/>
              </a:rPr>
              <a:t>Step 280: the flock has drifted far outside the original 60 by 60 spawn area. The camera follows it.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640080" y="41148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The data behind it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685800" y="1554480"/>
            <a:ext cx="10972440" cy="30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The batch collector now varies the food setup across runs, how many sources, how far boids can sense them, and how strong the pull is.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Every run stores the food state frame by frame in the binary files, beside positions and velocities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Every stored relationship is computed from the same positions stored beside it, so the recorded graphs always match the recorded state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The same seed still reproduces a run exactly, food and all.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The simulations also look alike now, both of our implementations draw the same dark world with the same agent triangles, so figures from either one read as one project.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640080" y="41148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What we checked, where things stand, what is next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685800" y="1554480"/>
            <a:ext cx="10972440" cy="359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With the food pull enabled the flock visibly converges on sources and stays near them, with it disabled boids drift past food as if it were not there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Running the same configuration twice produces identical data, which is what makes the dataset trustworthy.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Status: cluster access is secured. Dr. Cesar Torres has not replied to our funding email, nor to the follow up Joel sent.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Real data: we surveyed public datasets. None label which agents are actually interacting, so our simulation stays the same and real data becomes the test of whether a model transfers. Some datasets: zebrafish with video, pigeon flocks attacked by a robotic falcon, and pedestrian crowds.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640080" y="41148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Questions for you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685800" y="1554480"/>
            <a:ext cx="10972440" cy="11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Funding: Dr. Cesar Torres has not answered our email or Joel's follow up. How would you like us to proceed?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Data: do you agree that the simulation stays our supervised training data, since no public dataset labels which agents are interacting?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LibreOffice/25.8.7.3$Linux_X86_64 LibreOffice_project/580$Build-3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2026-08-05T00:14:50Z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