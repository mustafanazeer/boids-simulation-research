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12EB865-C251-4FD9-BC72-108A219591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7DB2FCC-1B2F-4B8D-90A2-50A9525B12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010FF6E-5CA8-4F4B-846B-A4B9E46B88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2130DC3-9816-44D9-A768-0EB6B33095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3A6C4FC-39ED-4636-92DD-328255CA6B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159DEFF-58D6-4E3F-AA0A-F94BE20541D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52C5648-64E9-4AD5-9E55-44C6DD3A55C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1C09CD7-47D2-4669-B901-9514FEA633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77FEA6C-43E5-4823-B22A-9E6E6B5217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E6B075F-A2CE-4F7E-9292-0BC88C0C95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3985885-F9C5-40C4-B930-CF7D4B7F4C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822960" y="1828800"/>
            <a:ext cx="1051488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3000" b="1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Learning Emerging Behaviors of Dynamic Multi-Agent Systems using Graph Neural Networks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Progress: a parameter sweep dataset for the GNN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822960" y="4572000"/>
            <a:ext cx="10514880" cy="10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200" b="1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Mustafa Nazeer and Joel Pampam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b2b2be"/>
                </a:solidFill>
                <a:effectLst/>
                <a:uFillTx/>
                <a:latin typeface="Calibri"/>
              </a:rPr>
              <a:t>Mentor: Dr. Diego Patino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b2b2be"/>
                </a:solidFill>
                <a:effectLst/>
                <a:uFillTx/>
                <a:latin typeface="Calibri"/>
              </a:rPr>
              <a:t>July 16, 2026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640080" y="411480"/>
            <a:ext cx="109720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Where the last meeting pointed us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685800" y="1554480"/>
            <a:ext cx="10972080" cy="19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We showed the running simulation to Dr. Patino, who confirmed the direction. Commit fully to Isaac Sim and a 3D vision.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The data plan he set was to save each run in both a readable CSV and a compact binary form.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Run the simulation many times with different parameters to build a large, varied dataset.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Only after that data exists do we train the Graph Neural Network.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640080" y="411480"/>
            <a:ext cx="109720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From one run to many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685800" y="1554480"/>
            <a:ext cx="10972080" cy="48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We built a batch runner that sweeps the simulation parameters automatically.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It varies flock size, the three rule weights, the perception radii, maximum speed, and predator, obstacle, and pre planned leader settings.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Every run is drawn from a single seed, so the whole dataset is reproducible from one number.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One command produces as many runs as we ask for.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640080" y="411480"/>
            <a:ext cx="109720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What each run saves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685800" y="1554480"/>
            <a:ext cx="10972080" cy="17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A CSV in Angel’s schema, so our data and his feed the same model.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A compact compressed binary holding positions, velocities, the pre planned mask, and the run parameters.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A shared manifest that ties every run back to the exact parameters that produced it.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The binary keeps large datasets small and quick to load for training.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640080" y="411480"/>
            <a:ext cx="109720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A first dataset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685800" y="1554480"/>
            <a:ext cx="10972080" cy="17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We generated a first small batch and checked every run end to end.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The saved arrays have the expected shape, and every agent stays inside the world bounds.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The runs differ with flock sizes and leader counts varying from run to run.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The same command scales to hundreds or thousands of runs on the cluster GPU.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640080" y="411480"/>
            <a:ext cx="109720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Results and next steps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685800" y="1554480"/>
            <a:ext cx="10972080" cy="17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We now have a reproducible generator that turns the simulation into parameter diverse training data.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Each run is saved in both a readable and a compact form, tied to its parameters.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This dataset is the raw material the Graph Neural Network will learn from.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Next? Run the sweep at scale on the cluster, then train a first GNN on the collected trajectories.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640080" y="41148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Open questions for you on storing the graphs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685800" y="1463040"/>
            <a:ext cx="109724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Three rule radii means three neighbor graphs. Store all three, or one graph with edge types? *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Connectivity only, or edges carrying distance and relative velocity? *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Is the graph an input to the model, or the thing the model predicts? *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Does Angel have a binary format we should match, or do we define one? *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Scale the sweep in 2D now, or hold until the simulation is 3D?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Save the graph every frame, or subsample?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Keep a CSV for every run, or only a few readable samples?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Are the predator and obstacles nodes in the graph?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Keep flock size varying from run to run?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685800" y="5989320"/>
            <a:ext cx="109724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b2b2be"/>
                </a:solidFill>
                <a:effectLst/>
                <a:uFillTx/>
                <a:latin typeface="Calibri"/>
              </a:rPr>
              <a:t>*  Blocking. We need your answer on these before we can write anything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LibreOffice/25.8.7.3$Linux_X86_64 LibreOffice_project/580$Build-3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2026-07-21T09:25:40Z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