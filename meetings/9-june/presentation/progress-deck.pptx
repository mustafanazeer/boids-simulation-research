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ECECEC"/>
                </a:solidFill>
                <a:latin typeface="Calibri"/>
              </a:rPr>
              <a:t>Learning Emerging Behaviors of Dynamic Multi-Agent Systems using Graph Neural Networks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03A3C"/>
                </a:solidFill>
                <a:latin typeface="Calibri"/>
              </a:rPr>
              <a:t>Week 1 progress: a boids flocking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CECEC"/>
                </a:solidFill>
                <a:latin typeface="Calibri"/>
              </a:rPr>
              <a:t>Mustafa Nazeer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Mentor: Dr. Diego Patino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June 16,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B2B2BE"/>
                </a:solidFill>
                <a:latin typeface="Calibri"/>
              </a:rPr>
              <a:t>Figures and code produced with AI assistance, disclosed per course policy.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Emergent behavior from local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Many agent systems (flocks, herds, crowds, traffic) show group behavior that no single agent is told to produce.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Reynolds' boids (1987): three local rules produce flocking, separation, alignment, and cohesion.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Project goal: a Graph Neural Network that learns these interaction rules from agent trajectories.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This week: build the rule based simulation that generates that behavior and the data the network would learn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A boids simulation with our own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Pure Python (numpy, scipy, matplotlib); 120 boids in a 60 by 60 wraparound world.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classic three rules plus avoidance of circular obstacles.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Custom rule: a predator that triggers collective escape and splitting.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Inverse distance separation keeps the flock spaced out instead of collapsing to a point.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Reproducible, with a unit tested core of 24 passing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Collective escape from a predator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The flock forms and flows around obstacles as one coordinated group.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A predator (red star) chases the nearest boids; nearby boids flee.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The flock splits, scatters, then streams back together while fleeing.</a:t>
            </a:r>
          </a:p>
        </p:txBody>
      </p:sp>
      <p:pic>
        <p:nvPicPr>
          <p:cNvPr id="4" name="Picture 3" descr="snapshot_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200400"/>
            <a:ext cx="3291840" cy="3291840"/>
          </a:xfrm>
          <a:prstGeom prst="rect">
            <a:avLst/>
          </a:prstGeom>
        </p:spPr>
      </p:pic>
      <p:pic>
        <p:nvPicPr>
          <p:cNvPr id="5" name="Picture 4" descr="snapshot_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00400"/>
            <a:ext cx="32918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6446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B2B2BE"/>
                </a:solidFill>
                <a:latin typeface="Calibri"/>
              </a:rPr>
              <a:t>Flocking and obstacle avoidance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B2B2BE"/>
                </a:solidFill>
                <a:latin typeface="Calibri"/>
              </a:rPr>
              <a:t>Splitting and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B2B2BE"/>
                </a:solidFill>
                <a:latin typeface="Calibri"/>
              </a:rPr>
              <a:t>Animated version: flock_escape.gif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Results and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From random starts, the boids organize themselves into one coherent, aligned flock within roughly 40 frames.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At rest the flock moves almost perfectly in unison as a single group, with clear spacing between individuals rather than collapsing to a point.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flock reliably flows around the obstacles without collisions.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predator drives a clear collective response: the flock splits, alignment breaks down, and the boids scatter as they flee, then stream back together once it passes.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These findings are measurable, not just visual, which is what makes the behavior learnable by the planned Graph Neural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Port the model to NVIDIA Isaac Sim on a GPU machine, and add a 3D environment.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Validate against real flocking datasets.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Build the Graph Neural Network that learns these interaction rules from trajectories.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Note: built in Python first because the development machine has no NVIDIA GPU.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