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ECECEC"/>
                </a:solidFill>
                <a:latin typeface="Calibri"/>
              </a:rPr>
              <a:t>Learning Emerging Behaviors of Dynamic Multi-Agent Systems using Graph Neural Networks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03A3C"/>
                </a:solidFill>
                <a:latin typeface="Calibri"/>
              </a:rPr>
              <a:t>Progress: moving to the GPU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CECEC"/>
                </a:solidFill>
                <a:latin typeface="Calibri"/>
              </a:rPr>
              <a:t>Mustafa Nazeer and Joel Pampam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Mentor: Dr. Diego Patino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June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Where we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pure Python simulation already records full trajectories to a clean CSV for every agent.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next barrier is scale: NVIDIA Isaac Sim and larger runs need an NVIDIA GPU, which this laptop does not have.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So this week the focus shifted from the model itself to the compute needed to grow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The plan: the UTA HPC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We requested access to the University's high performance computing cluster through Dr. Patino.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cluster provides shared NVIDIA GPUs, the hardware Isaac Sim and large parameter sweeps require.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Access is still pending, so this week was about understanding the workflow before the account is ready.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login target once granted is the gpuhpc login node over ssh.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Slurm: sharing the GPUs fairly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cluster uses Slurm to schedule work across many GPUs.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Slurm splits jobs so no single user hogs the resource and everyone gets a fair share.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nvidia-smi command confirms whether a job actually landed on a GPU.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We wrote a short slurm guide as a reference for submitting and checking jobs.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Migration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Once access lands, pull our existing code onto the cluster with git so the same simulation runs there.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Verify the pure Python pipeline runs unchanged on cluster hardware first.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Then stand up NVIDIA Isaac Sim on the GPU as the target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Status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Cluster access is requested and still pending; nothing has been run on the cluster yet.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Next: obtain the account, ssh in, and confirm a GPU with nvidia-smi.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Then git pull the code and run the simulation on the cluster.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Read the slurm guide and prepare a first batch job.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