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409E39-FDCA-464E-8D7B-B9C9BB3C13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EA5A1E-A26F-4648-9325-ADA03ADBB1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67595E-7ED2-4B1B-BFC8-9C33254E75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39F444-BC42-45DD-B562-C046414297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22AF83-30AA-46A7-BEAD-EAFC162D27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864F2B-6337-4029-9CA2-9D4AD94885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1E3444-44D8-495B-AD4E-75AB9B2A01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8B3858-7AD9-4CAA-BA23-7D5AE9EF9E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AF7331-4C97-412F-B09A-915A6BDE76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1753EC-634C-4786-8ABC-C7DCB3B467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43C331-D63A-4C46-92D5-1FA674025B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1828800"/>
            <a:ext cx="10515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0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Learning Emerging Behaviors of Dynamic Multi-Agent Systems using Graph Neural Networks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Progress: a parameter sweep dataset for the GNN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457200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Mustafa Nazeer and Joel Pampam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Mentor: Dr. Diego Patino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July 16, 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Where the last meeting pointed us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85800" y="1554480"/>
            <a:ext cx="10972440" cy="19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showed the running simulation to Dr. Patino, who confirmed the direction. Commit fully to Isaac Sim and a 3D vision.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data plan he set was to save each run in both a readable CSV and a compact binary form.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Run the simulation many times with different parameters to build a large, varied dataset.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Only after that data exists do we train the Graph Neural Network.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From one run to many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685800" y="1554480"/>
            <a:ext cx="1097244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built a batch runner that sweeps the simulation parameters automatically.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It varies flock size, the three rule weights, the perception radii, maximum speed, and predator, obstacle, and pre planned leader settings.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Every run is drawn from a single seed, so the whole dataset is reproducible from one number.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One command produces as many runs as we ask for.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each run saves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85800" y="1554480"/>
            <a:ext cx="109724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CSV in Angel’s schema, so our data and his feed the same model.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compact compressed binary holding positions, velocities, the pre planned mask, and the run parameters.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shared manifest that ties every run back to the exact parameters that produced it.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binary keeps large datasets small and quick to load for training.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A first dataset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85800" y="1554480"/>
            <a:ext cx="109724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generated a first small batch and checked every run end to end.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saved arrays have the expected shape, and every agent stays inside the world bounds.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runs differ with flock sizes and leader counts vary from run to run.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same command scales to hundreds or thousands of runs on the cluster GPU.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Results and next steps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685800" y="1554480"/>
            <a:ext cx="109724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now have a reproducible generator that turns the simulation into parameter diverse training data.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Each run is saved in both a readable and a compact form, tied to its parameters.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This dataset is the raw material the Graph Neural Network will learn from.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Next? Run the sweep at scale on the cluster, then train a first GNN on the collected trajectories.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2026-07-16T23:12:59Z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