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ECECEC"/>
                </a:solidFill>
                <a:latin typeface="Calibri"/>
              </a:rPr>
              <a:t>Learning Emerging Behaviors of Dynamic Multi-Agent Systems using Graph Neural Networks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03A3C"/>
                </a:solidFill>
                <a:latin typeface="Calibri"/>
              </a:rPr>
              <a:t>Progress: a trajectory data pipeline for the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CECEC"/>
                </a:solidFill>
                <a:latin typeface="Calibri"/>
              </a:rPr>
              <a:t>Mustafa Nazeer and Joel Pampam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Mentor: Dr. Diego Patino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2B2BE"/>
                </a:solidFill>
                <a:latin typeface="Calibri"/>
              </a:rPr>
              <a:t>June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From a visual flock to usable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Last meeting set the next step: stop treating the simulation as only a picture, and start grabbing data from it.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At every step we capture each agent's position, velocity, and who its neighbors are, then write it all to a CSV.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That CSV is the trajectory data the Graph Neural Network will later learn from.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We aligned our output with Angel Solis' reference pipeline so the two are interchangeable.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What the recorder captures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One row per agent per step: step, id, position, velocity.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A pre_planned flag marking leader agents that follow set paths.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Three neighbor lists per agent, one each for separation, cohesion, and alignment ranges.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Those neighbor lists are the time varying interaction graph: who is influencing whom, at every instant.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schema matches Angel's exactly, so our pure Python data and his feed the same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Known paths to trust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Pre-planned agents follow exact shapes (figure 8 and straight lines) we know in advance.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Run alone, they let us open the CSV and confirm the logged path matches the real one.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CECEC"/>
                </a:solidFill>
                <a:latin typeface="Calibri"/>
              </a:rPr>
              <a:t>•  Dropped into the flock as leaders (gold), the normal boids react to them.</a:t>
            </a:r>
          </a:p>
        </p:txBody>
      </p:sp>
      <p:pic>
        <p:nvPicPr>
          <p:cNvPr id="4" name="Picture 3" descr="snapshot_preplan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926080"/>
            <a:ext cx="374903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6446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B2B2BE"/>
                </a:solidFill>
                <a:latin typeface="Calibri"/>
              </a:rPr>
              <a:t>Pre-planned agents tracing known figure 8 and line paths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Results and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simulation now produces a clean CSV of full trajectories for every agent across the whole run.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Reflective walls keep each path continuous, with no sudden jumps, which matters for training a model on the motion.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neighbor lists capture how the interaction graph changes over time as the flock moves and regroups.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The known path agents confirm the recorded data faithfully matches the real motion, so we can trust it.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We now have the raw material a Graph Neural Network would consume.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E03A3C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Port the model to NVIDIA Isaac Sim on a GPU machine, using Angel's repo as the reference.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Feed this trajectory CSV into a first Graph Neural Network experiment.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Confirm the intended maximum speed with Angel (the notes say 5, his config says 10).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ECECEC"/>
                </a:solidFill>
                <a:latin typeface="Calibri"/>
              </a:rPr>
              <a:t>•  Read two to three recent papers on learning multi-agent interactions.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